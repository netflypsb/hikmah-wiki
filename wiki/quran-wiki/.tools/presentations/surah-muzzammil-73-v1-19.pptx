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Surah Al-Muzzammil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المزمل — The Enwrapped One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Orders &amp; Major Lessons — Verses 1 to 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Meccan Surah | Juz 29 | Pages 574–575 | 20 Verses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Surah Al-Muzzammil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in Makkah during the early period of Prophethood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19 verses contain fundamental divine commands establishing the spiritual framework of the Prophet's 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surah transitions from intense night prayer obligations to patience in the face of opposition, culminating in warnings of the Hereafter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major thematic sections: (1) Spiritual preparation (verses 1-9), (2) Prophetic conduct &amp; eschatological warning (verses 10-19)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Tafsir Ibn Kathir (Abridged) &amp; Tafsir Muyassar — Quran Wiki verified corpus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73:1-2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يَـٰٓأَيُّهَا ٱلْمُزَّمِّلُ ۝ قُمِ ٱلَّيْلَ إِلَّا قَلِيلًا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thou wrapped up in thy raiment! Keep vigil the night long, save a little 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Tafsir Ibn Kathir — The Command to Stand at Night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"Al-Muzzammil" — one wrapped in garments, asleep. Allah commands the Prophet to cease rest and stand in prayer.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command was initially obligatory for the Prophet alone (17:79), establishing Tahajjud as a foundational spiritual practice.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extends to believers: "Their sides forsake their beds, to invoke their Lord in fear and hope" (32:16).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73:3-4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نِّصْفَهُۥٓ أَوِ ٱنقُصْ مِنْهُ قَلِيلًا ۝ أَوْ زِدْ عَلَيْهِ وَرَتِّلِ ٱلْقُرْءَانَ تَرْتِيلًا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thereof, or abate a little thereof, or add (a little) thereto — and chant the Qur'an in measure,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Divine Flexibility &amp; The Art of Tartil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prescribed duration: half the night, or slightly less (reaching one-third), or slightly more (reaching two-thirds).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hardship on you concerning that slight increase or decrease" — ease within the command.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Tartil (ترتيل): reciting slowly, clearly, and with contemplation. A'ishah reported the Prophet recited with measured, distinct pronunciation.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purpose: understanding, reflection, and heartfelt connection — not mere mechanical reading.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إِنَّا سَنُلْقِي عَلَيْكَ قَوْلًا ثَقِيلًا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 shall charge thee with a word of weight.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Tafsir Muyassar — The Weight of Revelation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"Qawlan thaqilan" — a heavy, weighty word: the Quran containing commands, prohibitions, and divine legislation.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revelation is "heavy" because it demands commitment, transforms character, and confronts falsehood.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weightiness requires spiritual preparation — hence the preceding command to stand at night in prayer.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Quran is not light entertainment; it is a profound responsibility that reshapes the soul and society.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إِنَّ نَاشِئَةَ ٱلَّيْلِ هِيَ أَشَدُّ وَطْـًٔا وَأَقْوَمُ قِيلًا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Lo! the vigil of the night is (a time) when impression is more keen and speech more certain.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Tafsir Muyassar — Why the Night is Superior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worship has stronger impact on the heart because worldly distractions are absent.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"Aqwamu qilan" — speech is more upright and accurate because the heart is free from daytime preoccupations.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stillness of night creates the optimal psychological and spiritual conditions for deep connection with Allah.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corroboration: reduced cortisol, heightened prefrontal engagement — the quiet hours enable peak reflection.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73:7-9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إِنَّ لَكَ فِي ٱلنَّهَارِ سَبْحًا طَوِيلًا ۝ وَٱذْكُرِ ٱسْمَ رَبِّكَ وَتَبَتَّلْ إِلَيْهِ تَبْتِيلًا ۝ رَّبُّ ٱلْمَشْرِقِ وَٱلْمَغْرِبِ لَآ إِلَـٰهَ إِلَّا هُوَ فَٱتَّخِذْهُ وَكِيلًا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Lo! thou hast by day a chain of business. So remember the name of thy Lord and devote thyself with a complete devotion — Lord of the East and the West; there is no Allah save Him; so choose thou Him alone for thy defender 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of Day &amp; Night | Total Devotion (Tabattul)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7: Daytime is for worldly duties and propagation. Night is reserved for exclusive communion with Allah.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8: "Tabattul" — total, exclusive devotion. Cut all attachments and dedicate worship solely to Allah.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9: Tawhid declaration — Allah is Lord of East and West, the sole deity. Take Him as Wakil (Disposer of Affairs).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prophetic balance: active engagement by day, deep devotion by night, tawhid as the constant anchor.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73:10-11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وَٱصْبِرْ عَلَىٰ مَا يَقُولُونَ وَٱهْجُرْهُمْ هَجْرًا جَمِيلًا ۝ وَذَرْنِي وَٱلْمُكَذِّبِينَ أُو۟لِي ٱلنَّعْمَةِ وَمَهِّلْهُمْ قَلِيلًا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bear with patience what they utter, and part from them with a fair leave-taking. Leave Me to deal with the deniers, lords of ease and comfort; and do thou respite them awhile.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Prophetic Conduct: Sabr &amp; Hijr Jamil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"Sabr" — patient endurance of mockery, slander, and rejection from the disbelievers.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"Hijran jamilan" — gracious avoidance: do not retaliate, do not seek revenge. Maintain dignity and noble character.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"Watharnee" — leave the rejectors to Me. The Prophet's task is delivery (balagh); Allah handles reckoning.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 mahhilhum qaleelan" — grant them brief respite. Worldly enjoyment is temporary; divine justice is certain.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73:12-14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إِنَّ لَدَيْنَآ أَنكَالًا وَجَحِيمًا ۝ وَطَعَامًا ذَا غُصَّةٍ وَعَذَابًا أَلِيمًا ۝ يَوْمَ تَرْجُفُ ٱلْأَرْضُ وَٱلْجِبَالُ وَكَانَتِ ٱلْجِبَالُ كَثِيبًا مَّهِيلًا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Lo! with Us are heavy fetters and a raging fire, and food which choketh, and a painful doom — On the day when the earth and the hills rock, and the hills become a heap of running sand.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Punishments of the Rejectors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Ankal (أنكال) — Heavy fetters and chains binding the disbelievers in Hellfire.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Jahim (جحيم) — A blazing, all-consuming fire of punishment.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Ta'am dhu ghussah — Food that chokes, stuck in the throat, neither entering nor exiting.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Adhabun aleem — Painful torment on the Day when earth and mountains convulse, and mountains become like flowing sand.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73:15-16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إِنَّآ أَرْسَلْنَآ إِلَيْكُمْ رَسُولًا شَـٰهِدًا عَلَيْكُمْ كَمَآ أَرْسَلْنَآ إِلَىٰ فِرْعَوْنَ رَسُولًا ۝ فَعَصَىٰ فِرْعَوْنُ ٱلرَّسُولَ فَأَخَذْنَـٰهُ أَخْذًا وَبِيلًا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Lo! We have sent unto you a messenger as witness against you, even as We sent unto Pharaoh a messenger. But Pharaoh rebelled against the messenger, whereupon We seized him with no gentle grip.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Parable of Pharaoh — A Stern Warning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Prophet Muhammad is a "shahid" (witness) over his Ummah — his testimony will be presented on Judgment Day.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Pharaoh was sent Musa (AS) as a messenger; he denied, rebelled, and was seized by Allah with crushing punishment.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"Akhdhan wabeelan" — a severe, ruinous seizure. The parallel is explicit: reject the messenger, face the consequence.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warning to the Makkan Quraysh: the fate of Pharaoh awaits those who persist in denial.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73:17-18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فَكَيْفَ تَتَّقُونَ إِن كَفَرْتُمْ يَوْمًا يَجْعَلُ ٱلْوِلْدَ ٰ⁠نَ شِيبًا ۝ ٱلسَّمَآءُ مُنفَطِرُۢ بِهِۦۚ كَانَ وَعْدُهُۥ مَفْعُولًا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how, if ye disbelieve, will ye protect yourselves upon the day which will turn children grey, the very heaven being then rent asunder. His promise is to be fulfilled.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Tafsir Muyassar — The Unimaginable Terror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so terrifying that children will turn white-haired from sheer horror and dread.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itself will be rent asunder — the cosmic order will collapse before the power of Allah.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"Kana wa'duhu maf'oolan" — His promise is certainly fulfilled. The resurrection is not conjecture; it is guaranteed reality.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rhetorical question: if you deny Allah now, what defense will you have on that Day?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73:19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097280" cy="2743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solidFill>
            <a:srgbClr val="EDE5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7" name="Shape 5"/>
          <p:cNvSpPr/>
          <p:nvPr/>
        </p:nvSpPr>
        <p:spPr>
          <a:xfrm>
            <a:off x="8741664" y="502920"/>
            <a:ext cx="36576" cy="685800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1B4D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إِنَّ هَـٰذِهِۦ تَذْكِرَةٌۖ فَمَن شَآءَ ٱتَّخَذَ إِلَىٰ رَبِّهِۦ سَبِيلًا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Lo! This is a Reminder. Let him who will, then, choose a way unto his Lord.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Tafsir Ibn Kathir — Admonition &amp; Divine Will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"Hadhihi tathkirah" — This surah is an admonition, a reminder for those of sound understanding.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"Faman shaa attakhadha ila rabbihi sabeelan" — Whoever wills may take a path to his Lord.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will is ultimately subject to Allah's will: "But you cannot will, unless Allah wills" (76:30).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verse balances human responsibility with divine sovereignty — a cornerstone of Ahl al-Sunnah theology.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Divine Orders (Verses 1-19)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Qiyam al-Lail — Stand in night prayer (Tahajjud) for half the night or near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25296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252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2252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Tartil — Recite the Quran slowly, distinctly, with contemplation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361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5361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Dhikr &amp; Tabattul — Remember Allah's name with complete, exclusive devotion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847088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84708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18470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Tawhid &amp; Tawakkul — Affirm Allah as sole deity; take Him as Wakil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157984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5798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15798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 — Exercise patient endurance against mockery and rejection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468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4688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 Jamil — Avoid opponents with gracious, noble conduct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77977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277977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Tafweedh — Leave the rejectors to Allah; focus on delivery (balagh)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090672"/>
            <a:ext cx="320040" cy="256032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0906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Ikhtiyar — Choose the path to Allah; exercise free will within divine decree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Lessons from Surah Al-Muzzammil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280160" cy="36576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50976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5097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preparation precedes prophetic duty — night prayer is the foundation of revelation-bearing.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26464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264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898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Quran demands weighty commitment; it is not light reading but life-transforming legislation.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901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8653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prayer creates the optimal conditions for deep reflection and sincere supplication.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77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34086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prophetic model requires balance: active daytime engagement + deep nighttime devotion.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852928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529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8163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and gracious avoidance are superior to retaliation when facing opposition.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328416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2841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justice is certain; worldly respite for rejectors is temporary and deceptive.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803904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8039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7673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fate of Pharaoh serves as a universal warning to all who reject Allah's messengers.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279392"/>
            <a:ext cx="164592" cy="164592"/>
          </a:xfrm>
          <a:prstGeom prst="ellipse">
            <a:avLst/>
          </a:prstGeom>
          <a:solidFill>
            <a:srgbClr val="C9A857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2793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24281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will operates within divine decree — we choose, but Allah ultimately enables and guides.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Wiki — Surah Al-Muzzammil (73:1-19) | Tarbiyyah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8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رَبَّنَا تَقَبَّلْ مِنَّا إِنَّكَ أَنْتَ السَّمِيعُ الْعَلِيمُ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Lord, accept from us; indeed, You are the All-Hearing, the All-Knowing.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 Al-Muzzammil teaches us that spiritual elevation requires night devotion, patient conduct, unwavering tawhid, and trust in divine justice. The path to Allah is open to whoever wills — may we be among those who choose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Quran Wiki (verified against Al Quran Cloud API &amp; Quran.com API) | Tafsir Ibn Kathir (Abridged) | Tafsir Muyassar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Surah Al-Muzzammil (73) — Verses 1-19: Divine Orders &amp; Lessons</dc:title>
  <dc:subject>Islamic Scholarly Presentation</dc:subject>
  <dc:creator>Tarbiyyah — Quran Wiki Research</dc:creator>
  <cp:lastModifiedBy>Tarbiyyah — Quran Wiki Research</cp:lastModifiedBy>
  <cp:revision>1</cp:revision>
  <dcterms:created xsi:type="dcterms:W3CDTF">2026-05-10T03:42:44Z</dcterms:created>
  <dcterms:modified xsi:type="dcterms:W3CDTF">2026-05-10T03:42:44Z</dcterms:modified>
</cp:coreProperties>
</file>